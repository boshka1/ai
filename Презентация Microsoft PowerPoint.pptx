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1432EA-86CA-4773-A596-BA288CCE9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A3A602D-E33F-4342-A4D7-B27B6E0258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E9433D-172D-46EC-B0F1-5E74C323A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237D-FA49-42C9-90FD-EE486F505148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DA854A-36AF-4026-A47B-838EBE5FC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DD8DAC-9916-4269-B21D-C22328600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A3052-3E59-42C8-A4C3-97308FA6B7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955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068BD4-3B97-4506-A183-418051142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D216A7-0410-49F1-9FB4-72EFDB34B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5278BF-501D-404A-94D0-30F69225D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237D-FA49-42C9-90FD-EE486F505148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530FF6-7A71-44B0-8720-B06F4C136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82BC35-428E-4597-A03E-E048594CE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A3052-3E59-42C8-A4C3-97308FA6B7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1868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C7DDC-573E-4A4A-A86C-87A4D7A92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F32016-0FE4-4680-92D8-D695A4932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A13624-BAD5-472A-90A4-83841B454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237D-FA49-42C9-90FD-EE486F505148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D7351B-F7C5-44AC-BE5C-E834A313B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3AC924-5CE9-4436-A083-E635F8F3B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A3052-3E59-42C8-A4C3-97308FA6B7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4598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302FD-EDB3-4AAD-83DF-EE315A55C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6F1B14-03A0-492C-B216-204FBABB7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054520-D576-490D-8B62-37F6D5976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A35FD6-FE2E-4586-AE4E-3B06B068F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237D-FA49-42C9-90FD-EE486F505148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3BE3E9-6737-4370-86E7-698A88E66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394BE72-269D-4DD4-8630-69EB7537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A3052-3E59-42C8-A4C3-97308FA6B7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721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6ED82E-E0BC-45F5-BF89-7C6AD4529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5819AC-92AC-48D6-B265-8AE6D53D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3E2AB3-03D1-4132-892C-9DD2B10EB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5BE31AB-A758-4B80-85CD-362624D22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29A1547-C3F9-4CB6-9489-09D821E7CB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21EED04-AC26-4AF8-AB6A-919743AB5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237D-FA49-42C9-90FD-EE486F505148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AE3DB9A-827E-4E96-B20B-A2372D8AB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EB4A360-D8EA-47CB-A915-46EEE51CB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A3052-3E59-42C8-A4C3-97308FA6B7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664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94FBE9-BA20-4757-A53B-B459ED71E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62BD296-9003-46E1-899D-0F7050264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237D-FA49-42C9-90FD-EE486F505148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8166118-BE61-4425-B6CA-A836932D5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0AFBD36-3590-424A-97AE-89A84D40B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A3052-3E59-42C8-A4C3-97308FA6B7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79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2B421CF-09EE-4163-8C11-645C8920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237D-FA49-42C9-90FD-EE486F505148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615AB04-D1E0-43AC-8181-2B92FFA82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7AE075-FD35-4B28-83D7-D98EB2A43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A3052-3E59-42C8-A4C3-97308FA6B7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3499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3B836-47D5-4C07-A3A4-15400AA91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F768E8-4D87-43CF-B674-80DC83E1B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7E1E10F-4115-4B07-B4D2-6C52C51D9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C2179A-AD4A-44AB-87A5-FBABD044C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237D-FA49-42C9-90FD-EE486F505148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647192-3C17-4D6F-86E8-75DC9E9C5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A06CB5-A3B7-4332-A39E-D6E4EC30E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A3052-3E59-42C8-A4C3-97308FA6B7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387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1AFCA5-F184-43AC-8E4A-08E3772E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571F167-72B2-4E1A-BC46-3A9925C1FF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467BB0C-4229-43CB-8DD8-DB22B8528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09D2D6-DB38-46E9-989D-98C066DD6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237D-FA49-42C9-90FD-EE486F505148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7A2425-7B40-4236-A39E-6BA72F4F6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1BA48EA-EF0A-4BC4-8556-BE91B0A7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A3052-3E59-42C8-A4C3-97308FA6B7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391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A0BFB4-0120-4C70-8682-976598AF5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7478803-CA38-4B14-89FA-A3822D9CE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00BE4A-0D14-42A4-B764-4E4433CFD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237D-FA49-42C9-90FD-EE486F505148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D1343E-5BC2-43F0-A7A5-8B99C712A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BCAE17-72AD-43A5-8C5D-87AD77F66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A3052-3E59-42C8-A4C3-97308FA6B7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489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CD79D51-3EDF-4B9B-81DA-B416D8F29B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36875D-4A17-4C8F-9265-B1176B8EA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F36DAB-5005-4127-9569-E9E337FF7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237D-FA49-42C9-90FD-EE486F505148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DC4AC9-817F-406B-A3C7-5669B95A1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8F81B5-D7A0-499E-AF9F-CC7423BD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A3052-3E59-42C8-A4C3-97308FA6B7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36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E1E9EB-8A89-4F8F-B6ED-255855511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BC69B6-0026-4FE9-800F-9DD72CCB0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C33B30-1B93-435A-BA7E-6C7CA98A3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3237D-FA49-42C9-90FD-EE486F505148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D4FE30-C0E7-4D3B-91D8-9451A52935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9BA143-11B0-4385-BAD8-ACD386D163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A3052-3E59-42C8-A4C3-97308FA6B7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3660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56C99-467A-4480-94C3-62EF89832A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FA10BFDB-27FA-4DB1-8FD5-BE5CA7E4A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2208" y="2682082"/>
            <a:ext cx="9144000" cy="1655762"/>
          </a:xfrm>
        </p:spPr>
        <p:txBody>
          <a:bodyPr>
            <a:normAutofit/>
          </a:bodyPr>
          <a:lstStyle/>
          <a:p>
            <a:r>
              <a:rPr lang="ru-RU" sz="4400" dirty="0"/>
              <a:t>Что реализовано</a:t>
            </a:r>
          </a:p>
        </p:txBody>
      </p:sp>
    </p:spTree>
    <p:extLst>
      <p:ext uri="{BB962C8B-B14F-4D97-AF65-F5344CB8AC3E}">
        <p14:creationId xmlns:p14="http://schemas.microsoft.com/office/powerpoint/2010/main" val="3078075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EB47B-2A18-4D2F-9878-8E69B687C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9930" y="25228"/>
            <a:ext cx="9475304" cy="1117254"/>
          </a:xfrm>
        </p:spPr>
        <p:txBody>
          <a:bodyPr>
            <a:normAutofit fontScale="90000"/>
          </a:bodyPr>
          <a:lstStyle/>
          <a:p>
            <a:r>
              <a:rPr lang="ru-RU" dirty="0"/>
              <a:t>Загрузка файлов  примерами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D28413-4B3A-4EEF-9B56-4360AFECA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942" y="1347454"/>
            <a:ext cx="7640116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31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CF5460-1FE7-4963-A4E8-EDB4844EEB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7277" y="221942"/>
            <a:ext cx="6678967" cy="617660"/>
          </a:xfrm>
        </p:spPr>
        <p:txBody>
          <a:bodyPr>
            <a:normAutofit fontScale="90000"/>
          </a:bodyPr>
          <a:lstStyle/>
          <a:p>
            <a:r>
              <a:rPr lang="ru-RU" dirty="0"/>
              <a:t>Обучение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830E369-23DC-4E98-B4CD-64E7DBD7C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521" y="901746"/>
            <a:ext cx="5298951" cy="525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809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46FBDD-2DCD-45CB-B26A-5D12FF44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CB2CFD-E5E0-4B73-A9FD-7F7B6C5C7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1AAD03-FA07-4536-8D31-555C91586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89" y="0"/>
            <a:ext cx="113992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453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80D918-57B6-46E9-940C-F7C831FA2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F8CC70-24AD-4EB3-9DE2-DB225E5BB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9CCD4AD-3034-478B-B718-2B39E370F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166"/>
            <a:ext cx="12192000" cy="640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264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</Words>
  <Application>Microsoft Office PowerPoint</Application>
  <PresentationFormat>Широкоэкранный</PresentationFormat>
  <Paragraphs>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 </vt:lpstr>
      <vt:lpstr>Загрузка файлов  примерами</vt:lpstr>
      <vt:lpstr>Обучение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Дражин Никита Олегович</dc:creator>
  <cp:lastModifiedBy>Дражин Никита Олегович</cp:lastModifiedBy>
  <cp:revision>4</cp:revision>
  <dcterms:created xsi:type="dcterms:W3CDTF">2026-03-28T07:09:13Z</dcterms:created>
  <dcterms:modified xsi:type="dcterms:W3CDTF">2026-03-28T07:39:26Z</dcterms:modified>
</cp:coreProperties>
</file>